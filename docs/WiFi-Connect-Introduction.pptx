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10ca194-0c94-df3f-64eb-bebcb2220d01}">
          <p14:sldIdLst>
            <p14:sldId id="256"/>
            <p14:sldId id="257"/>
          </p14:sldIdLst>
        </p14:section>
        <p14:section name="The app" id="{3a04e54b-2a3f-c1a1-0dc9-831d6b789d2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latforms and privacy" id="{2a137cec-51f6-bdee-a453-e75855d9aba4}">
          <p14:sldIdLst>
            <p14:sldId id="264"/>
            <p14:sldId id="265"/>
            <p14:sldId id="266"/>
          </p14:sldIdLst>
        </p14:section>
        <p14:section name="Get started" id="{6e20c7eb-22c7-8647-faf7-28a33f9c11c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WiFi Connect signs students in to the campus Wi-Fi login page automatically, on iPhone, Android and Windows laptops.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4754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49377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480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3E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Grey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y2005ov0/WifiConnect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UTAR CAMPUS WI-FI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WiFi Connect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One tap to sign in to utarwifi on iPhone, Android and Windows. No more typing your student ID at every login page.</a:t>
            </a:r>
            <a:endParaRPr lang="en-US" sz="1800" dirty="0"/>
          </a:p>
        </p:txBody>
      </p:sp>
      <p:sp>
        <p:nvSpPr>
          <p:cNvPr id="5" name="Welcome page frame"/>
          <p:cNvSpPr/>
          <p:nvPr/>
        </p:nvSpPr>
        <p:spPr>
          <a:xfrm>
            <a:off x="5477256" y="630936"/>
            <a:ext cx="1876173" cy="3950208"/>
          </a:xfrm>
          <a:prstGeom prst="roundRect">
            <a:avLst>
              <a:gd name="adj" fmla="val 1072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6" name="Welcome page" descr="Welcome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85800"/>
            <a:ext cx="1766445" cy="3840480"/>
          </a:xfrm>
          <a:prstGeom prst="rect">
            <a:avLst/>
          </a:prstGeom>
        </p:spPr>
      </p:pic>
      <p:sp>
        <p:nvSpPr>
          <p:cNvPr id="7" name="Connected page frame"/>
          <p:cNvSpPr/>
          <p:nvPr/>
        </p:nvSpPr>
        <p:spPr>
          <a:xfrm>
            <a:off x="7031736" y="448056"/>
            <a:ext cx="2002348" cy="4224528"/>
          </a:xfrm>
          <a:prstGeom prst="roundRect">
            <a:avLst>
              <a:gd name="adj" fmla="val 10047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Connected page" descr="Connected p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502920"/>
            <a:ext cx="18926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Signing in to campus Wi-Fi is a daily chore</a:t>
            </a:r>
            <a:endParaRPr lang="en-US" sz="2800" dirty="0"/>
          </a:p>
        </p:txBody>
      </p:sp>
      <p:sp>
        <p:nvSpPr>
          <p:cNvPr id="3" name="Pain card 1"/>
          <p:cNvSpPr/>
          <p:nvPr/>
        </p:nvSpPr>
        <p:spPr>
          <a:xfrm>
            <a:off x="457200" y="1234440"/>
            <a:ext cx="2615184" cy="2514600"/>
          </a:xfrm>
          <a:prstGeom prst="roundRect">
            <a:avLst>
              <a:gd name="adj" fmla="val 545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4" name="Pain 1 circle"/>
          <p:cNvSpPr/>
          <p:nvPr/>
        </p:nvSpPr>
        <p:spPr>
          <a:xfrm>
            <a:off x="731520" y="1463040"/>
            <a:ext cx="640080" cy="64008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pic>
        <p:nvPicPr>
          <p:cNvPr id="5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39" y="16166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login page every time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88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Join utarwifi and nothing loads until you find the login page and sign in again.</a:t>
            </a:r>
            <a:endParaRPr lang="en-US" sz="1300" dirty="0"/>
          </a:p>
        </p:txBody>
      </p:sp>
      <p:sp>
        <p:nvSpPr>
          <p:cNvPr id="8" name="Pain card 2"/>
          <p:cNvSpPr/>
          <p:nvPr/>
        </p:nvSpPr>
        <p:spPr>
          <a:xfrm>
            <a:off x="3264408" y="1234440"/>
            <a:ext cx="2615184" cy="2514600"/>
          </a:xfrm>
          <a:prstGeom prst="roundRect">
            <a:avLst>
              <a:gd name="adj" fmla="val 545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9" name="Pain 2 circle"/>
          <p:cNvSpPr/>
          <p:nvPr/>
        </p:nvSpPr>
        <p:spPr>
          <a:xfrm>
            <a:off x="3538728" y="1463040"/>
            <a:ext cx="640080" cy="64008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10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347" y="16166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38728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different address in every block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2788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Each building's login page sits at its own address, so bookmarks and saved forms break.</a:t>
            </a:r>
            <a:endParaRPr lang="en-US" sz="1300" dirty="0"/>
          </a:p>
        </p:txBody>
      </p:sp>
      <p:sp>
        <p:nvSpPr>
          <p:cNvPr id="13" name="Pain card 3"/>
          <p:cNvSpPr/>
          <p:nvPr/>
        </p:nvSpPr>
        <p:spPr>
          <a:xfrm>
            <a:off x="6071616" y="1234440"/>
            <a:ext cx="2615184" cy="2514600"/>
          </a:xfrm>
          <a:prstGeom prst="roundRect">
            <a:avLst>
              <a:gd name="adj" fmla="val 545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4" name="Pain 3 circle"/>
          <p:cNvSpPr/>
          <p:nvPr/>
        </p:nvSpPr>
        <p:spPr>
          <a:xfrm>
            <a:off x="6345936" y="1463040"/>
            <a:ext cx="640080" cy="64008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15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555" y="16166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45936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Typing on a small screen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45936" y="2788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Student ID and password, over and over, on your phone and your laptop.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WiFi Connect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all of it for you: open the app, tap the circle, and you're online.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tap, four steps behind the scenes</a:t>
            </a:r>
            <a:endParaRPr lang="en-US" sz="2800" dirty="0"/>
          </a:p>
        </p:txBody>
      </p:sp>
      <p:sp>
        <p:nvSpPr>
          <p:cNvPr id="3" name="Step 1 circle"/>
          <p:cNvSpPr/>
          <p:nvPr/>
        </p:nvSpPr>
        <p:spPr>
          <a:xfrm>
            <a:off x="960120" y="1325880"/>
            <a:ext cx="822960" cy="82296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4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7630" y="1523390"/>
            <a:ext cx="427939" cy="42793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Join utarwifi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Connect to the campus Wi-Fi as usual.</a:t>
            </a:r>
            <a:endParaRPr lang="en-US" sz="1300" dirty="0"/>
          </a:p>
        </p:txBody>
      </p:sp>
      <p:sp>
        <p:nvSpPr>
          <p:cNvPr id="8" name="Arrow 1"/>
          <p:cNvSpPr/>
          <p:nvPr/>
        </p:nvSpPr>
        <p:spPr>
          <a:xfrm>
            <a:off x="1920240" y="1737360"/>
            <a:ext cx="502920" cy="0"/>
          </a:xfrm>
          <a:prstGeom prst="line">
            <a:avLst/>
          </a:prstGeom>
          <a:noFill/>
          <a:ln w="25400">
            <a:solidFill>
              <a:srgbClr val="AEAEB2"/>
            </a:solidFill>
            <a:prstDash val="solid"/>
            <a:tailEnd type="triangle"/>
          </a:ln>
        </p:spPr>
      </p:sp>
      <p:sp>
        <p:nvSpPr>
          <p:cNvPr id="9" name="Step 2 circle"/>
          <p:cNvSpPr/>
          <p:nvPr/>
        </p:nvSpPr>
        <p:spPr>
          <a:xfrm>
            <a:off x="3063240" y="1325880"/>
            <a:ext cx="822960" cy="82296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10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750" y="152339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0332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Find the login page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The app follows the redirect to this building's own login page.</a:t>
            </a:r>
            <a:endParaRPr lang="en-US" sz="1300" dirty="0"/>
          </a:p>
        </p:txBody>
      </p:sp>
      <p:sp>
        <p:nvSpPr>
          <p:cNvPr id="14" name="Arrow 2"/>
          <p:cNvSpPr/>
          <p:nvPr/>
        </p:nvSpPr>
        <p:spPr>
          <a:xfrm>
            <a:off x="4023360" y="1737360"/>
            <a:ext cx="502920" cy="0"/>
          </a:xfrm>
          <a:prstGeom prst="line">
            <a:avLst/>
          </a:prstGeom>
          <a:noFill/>
          <a:ln w="25400">
            <a:solidFill>
              <a:srgbClr val="AEAEB2"/>
            </a:solidFill>
            <a:prstDash val="solid"/>
            <a:tailEnd type="triangle"/>
          </a:ln>
        </p:spPr>
      </p:sp>
      <p:sp>
        <p:nvSpPr>
          <p:cNvPr id="15" name="Step 3 circle"/>
          <p:cNvSpPr/>
          <p:nvPr/>
        </p:nvSpPr>
        <p:spPr>
          <a:xfrm>
            <a:off x="5166360" y="1325880"/>
            <a:ext cx="822960" cy="82296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16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870" y="152339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80644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Fill it in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66344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Student ID, password and any hidden fields the page needs.</a:t>
            </a:r>
            <a:endParaRPr lang="en-US" sz="1300" dirty="0"/>
          </a:p>
        </p:txBody>
      </p:sp>
      <p:sp>
        <p:nvSpPr>
          <p:cNvPr id="20" name="Arrow 3"/>
          <p:cNvSpPr/>
          <p:nvPr/>
        </p:nvSpPr>
        <p:spPr>
          <a:xfrm>
            <a:off x="6126480" y="1737360"/>
            <a:ext cx="502920" cy="0"/>
          </a:xfrm>
          <a:prstGeom prst="line">
            <a:avLst/>
          </a:prstGeom>
          <a:noFill/>
          <a:ln w="25400">
            <a:solidFill>
              <a:srgbClr val="AEAEB2"/>
            </a:solidFill>
            <a:prstDash val="solid"/>
            <a:tailEnd type="triangle"/>
          </a:ln>
        </p:spPr>
      </p:sp>
      <p:sp>
        <p:nvSpPr>
          <p:cNvPr id="21" name="Step 4 circle"/>
          <p:cNvSpPr/>
          <p:nvPr/>
        </p:nvSpPr>
        <p:spPr>
          <a:xfrm>
            <a:off x="7269480" y="1325880"/>
            <a:ext cx="822960" cy="82296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22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990" y="1523390"/>
            <a:ext cx="427939" cy="4279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76656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 you're online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67665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It confirms the internet works, then turns the circle green.</a:t>
            </a:r>
            <a:endParaRPr lang="en-US" sz="1300" dirty="0"/>
          </a:p>
        </p:txBody>
      </p:sp>
      <p:sp>
        <p:nvSpPr>
          <p:cNvPr id="26" name="Note card"/>
          <p:cNvSpPr/>
          <p:nvPr/>
        </p:nvSpPr>
        <p:spPr>
          <a:xfrm>
            <a:off x="457200" y="379476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" y="3794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Works with login pages that redirect, use hidden security tokens, "I agree" boxes, drop-down menus or a separate login server.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circle: blue to connect, green when online</a:t>
            </a:r>
            <a:endParaRPr lang="en-US" sz="2800" dirty="0"/>
          </a:p>
        </p:txBody>
      </p:sp>
      <p:sp>
        <p:nvSpPr>
          <p:cNvPr id="3" name="Swipe up to start frame"/>
          <p:cNvSpPr/>
          <p:nvPr/>
        </p:nvSpPr>
        <p:spPr>
          <a:xfrm>
            <a:off x="81381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Swipe up to start" descr="Swipe up to st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1493067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Swipe up to start</a:t>
            </a:r>
            <a:endParaRPr lang="en-US" sz="1200" dirty="0"/>
          </a:p>
        </p:txBody>
      </p:sp>
      <p:sp>
        <p:nvSpPr>
          <p:cNvPr id="6" name="Tap to Connect frame"/>
          <p:cNvSpPr/>
          <p:nvPr/>
        </p:nvSpPr>
        <p:spPr>
          <a:xfrm>
            <a:off x="282549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Tap to Connect" descr="Tap to Conn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143000"/>
            <a:ext cx="1493067" cy="3246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9748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Tap to Connect</a:t>
            </a:r>
            <a:endParaRPr lang="en-US" sz="1200" dirty="0"/>
          </a:p>
        </p:txBody>
      </p:sp>
      <p:sp>
        <p:nvSpPr>
          <p:cNvPr id="9" name="Connected frame"/>
          <p:cNvSpPr/>
          <p:nvPr/>
        </p:nvSpPr>
        <p:spPr>
          <a:xfrm>
            <a:off x="483717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0" name="Connected" descr="Connect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143000"/>
            <a:ext cx="1493067" cy="3246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0916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Connected</a:t>
            </a:r>
            <a:endParaRPr lang="en-US" sz="1200" dirty="0"/>
          </a:p>
        </p:txBody>
      </p:sp>
      <p:sp>
        <p:nvSpPr>
          <p:cNvPr id="12" name="Dark Mode frame"/>
          <p:cNvSpPr/>
          <p:nvPr/>
        </p:nvSpPr>
        <p:spPr>
          <a:xfrm>
            <a:off x="684885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3" name="Dark Mode" descr="Dark M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143000"/>
            <a:ext cx="1493067" cy="32461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72084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Dark Mode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Built for everyday campus life</a:t>
            </a:r>
            <a:endParaRPr lang="en-US" sz="2800" dirty="0"/>
          </a:p>
        </p:txBody>
      </p:sp>
      <p:sp>
        <p:nvSpPr>
          <p:cNvPr id="3" name="Feature card 1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Feature 1 circle"/>
          <p:cNvSpPr/>
          <p:nvPr/>
        </p:nvSpPr>
        <p:spPr>
          <a:xfrm>
            <a:off x="685800" y="1417320"/>
            <a:ext cx="502920" cy="50292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5380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Automatic sign-in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Android signs in by itself when you join utarwifi; iPhone uses a one-time Shortcuts automation.</a:t>
            </a:r>
            <a:endParaRPr lang="en-US" sz="1200" dirty="0"/>
          </a:p>
        </p:txBody>
      </p:sp>
      <p:sp>
        <p:nvSpPr>
          <p:cNvPr id="8" name="Feature card 2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Feature 2 circle"/>
          <p:cNvSpPr/>
          <p:nvPr/>
        </p:nvSpPr>
        <p:spPr>
          <a:xfrm>
            <a:off x="3493008" y="1417320"/>
            <a:ext cx="502920" cy="50292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709" y="15380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33088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Every building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Finds each block's login page, wherever it is.</a:t>
            </a:r>
            <a:endParaRPr lang="en-US" sz="1200" dirty="0"/>
          </a:p>
        </p:txBody>
      </p:sp>
      <p:sp>
        <p:nvSpPr>
          <p:cNvPr id="13" name="Feature card 3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Feature 3 circle"/>
          <p:cNvSpPr/>
          <p:nvPr/>
        </p:nvSpPr>
        <p:spPr>
          <a:xfrm>
            <a:off x="6300216" y="1417320"/>
            <a:ext cx="502920" cy="50292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917" y="15380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40296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Speed test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Live gauge with ping, jitter, download and upload.</a:t>
            </a:r>
            <a:endParaRPr lang="en-US" sz="1200" dirty="0"/>
          </a:p>
        </p:txBody>
      </p:sp>
      <p:sp>
        <p:nvSpPr>
          <p:cNvPr id="18" name="Feature card 4"/>
          <p:cNvSpPr/>
          <p:nvPr/>
        </p:nvSpPr>
        <p:spPr>
          <a:xfrm>
            <a:off x="457200" y="292608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Feature 4 circle"/>
          <p:cNvSpPr/>
          <p:nvPr/>
        </p:nvSpPr>
        <p:spPr>
          <a:xfrm>
            <a:off x="685800" y="315468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1" y="32753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154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Widgets and quick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Home Screen widget, Control Center button, Quick Settings tile.</a:t>
            </a:r>
            <a:endParaRPr lang="en-US" sz="1200" dirty="0"/>
          </a:p>
        </p:txBody>
      </p:sp>
      <p:sp>
        <p:nvSpPr>
          <p:cNvPr id="23" name="Feature card 5"/>
          <p:cNvSpPr/>
          <p:nvPr/>
        </p:nvSpPr>
        <p:spPr>
          <a:xfrm>
            <a:off x="3264408" y="292608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Feature 5 circle"/>
          <p:cNvSpPr/>
          <p:nvPr/>
        </p:nvSpPr>
        <p:spPr>
          <a:xfrm>
            <a:off x="3493008" y="3154680"/>
            <a:ext cx="502920" cy="50292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3709" y="32753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33088" y="3154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Five languages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93008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English, Bahasa Melayu, Chinese, Japanese and Tamil.</a:t>
            </a:r>
            <a:endParaRPr lang="en-US" sz="1200" dirty="0"/>
          </a:p>
        </p:txBody>
      </p:sp>
      <p:sp>
        <p:nvSpPr>
          <p:cNvPr id="28" name="Feature card 6"/>
          <p:cNvSpPr/>
          <p:nvPr/>
        </p:nvSpPr>
        <p:spPr>
          <a:xfrm>
            <a:off x="6071616" y="292608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Feature 6 circle"/>
          <p:cNvSpPr/>
          <p:nvPr/>
        </p:nvSpPr>
        <p:spPr>
          <a:xfrm>
            <a:off x="6300216" y="3154680"/>
            <a:ext cx="502920" cy="502920"/>
          </a:xfrm>
          <a:prstGeom prst="ellipse">
            <a:avLst/>
          </a:prstGeom>
          <a:solidFill>
            <a:srgbClr val="0B1B33"/>
          </a:solidFill>
          <a:ln w="12700">
            <a:solidFill>
              <a:srgbClr val="0B1B33"/>
            </a:solidFill>
            <a:prstDash val="solid"/>
          </a:ln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917" y="32753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40296" y="3154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Share with classmates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00216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A QR code with the setup, never the password.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Check the connection, and see every sign-in</a:t>
            </a:r>
            <a:endParaRPr lang="en-US" sz="2800" dirty="0"/>
          </a:p>
        </p:txBody>
      </p:sp>
      <p:sp>
        <p:nvSpPr>
          <p:cNvPr id="3" name="Speed test circle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4" name="Speed tes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74" y="136611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161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Speed test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5361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Test the campus Wi-Fi from the main page: ping, jitter, download and upload.</a:t>
            </a:r>
            <a:endParaRPr lang="en-US" sz="1300" dirty="0"/>
          </a:p>
        </p:txBody>
      </p:sp>
      <p:sp>
        <p:nvSpPr>
          <p:cNvPr id="7" name="Sign-in history circle"/>
          <p:cNvSpPr/>
          <p:nvPr/>
        </p:nvSpPr>
        <p:spPr>
          <a:xfrm>
            <a:off x="457200" y="2331720"/>
            <a:ext cx="548640" cy="54864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8" name="Sign-in history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74" y="246339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23134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Sign-in history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26334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Every sign-in and sign-out, with Copy Diagnostics if something goes wrong.</a:t>
            </a:r>
            <a:endParaRPr lang="en-US" sz="1300" dirty="0"/>
          </a:p>
        </p:txBody>
      </p:sp>
      <p:sp>
        <p:nvSpPr>
          <p:cNvPr id="11" name="Connected notification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12" name="Connected notificat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4" y="35606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4107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Connected notification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730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"Connected to utarwifi" when the app signs you in on arrival.</a:t>
            </a:r>
            <a:endParaRPr lang="en-US" sz="1300" dirty="0"/>
          </a:p>
        </p:txBody>
      </p:sp>
      <p:sp>
        <p:nvSpPr>
          <p:cNvPr id="15" name="Speed test frame"/>
          <p:cNvSpPr/>
          <p:nvPr/>
        </p:nvSpPr>
        <p:spPr>
          <a:xfrm>
            <a:off x="4837176" y="1042416"/>
            <a:ext cx="1728969" cy="3630168"/>
          </a:xfrm>
          <a:prstGeom prst="roundRect">
            <a:avLst>
              <a:gd name="adj" fmla="val 11635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6" name="Speed test" descr="Speed te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097280"/>
            <a:ext cx="1619241" cy="3520440"/>
          </a:xfrm>
          <a:prstGeom prst="rect">
            <a:avLst/>
          </a:prstGeom>
        </p:spPr>
      </p:pic>
      <p:sp>
        <p:nvSpPr>
          <p:cNvPr id="17" name="Sign-in history frame"/>
          <p:cNvSpPr/>
          <p:nvPr/>
        </p:nvSpPr>
        <p:spPr>
          <a:xfrm>
            <a:off x="6757416" y="1042416"/>
            <a:ext cx="1728969" cy="3630168"/>
          </a:xfrm>
          <a:prstGeom prst="roundRect">
            <a:avLst>
              <a:gd name="adj" fmla="val 11635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8" name="Sign-in history" descr="Sign-in histo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097280"/>
            <a:ext cx="1619241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Help is one tap away</a:t>
            </a:r>
            <a:endParaRPr lang="en-US" sz="2800" dirty="0"/>
          </a:p>
        </p:txBody>
      </p:sp>
      <p:sp>
        <p:nvSpPr>
          <p:cNvPr id="3" name="The ? button circle"/>
          <p:cNvSpPr/>
          <p:nvPr/>
        </p:nvSpPr>
        <p:spPr>
          <a:xfrm>
            <a:off x="457200" y="1161288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4" name="The ? butt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281989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2471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? button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4173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Top left of the main page, on iPhone and Android.</a:t>
            </a:r>
            <a:endParaRPr lang="en-US" sz="1200" dirty="0"/>
          </a:p>
        </p:txBody>
      </p:sp>
      <p:sp>
        <p:nvSpPr>
          <p:cNvPr id="7" name="One step at a time circle"/>
          <p:cNvSpPr/>
          <p:nvPr/>
        </p:nvSpPr>
        <p:spPr>
          <a:xfrm>
            <a:off x="457200" y="2029968"/>
            <a:ext cx="502920" cy="50292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8" name="One step at a tim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150669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199339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One step at a time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2860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Six steps with Next and Back: add your ID, join the Wi-Fi, tap, and what to do if it goes wrong.</a:t>
            </a:r>
            <a:endParaRPr lang="en-US" sz="1200" dirty="0"/>
          </a:p>
        </p:txBody>
      </p:sp>
      <p:sp>
        <p:nvSpPr>
          <p:cNvPr id="11" name="Takes you there circle"/>
          <p:cNvSpPr/>
          <p:nvPr/>
        </p:nvSpPr>
        <p:spPr>
          <a:xfrm>
            <a:off x="457200" y="2898648"/>
            <a:ext cx="502920" cy="50292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12" name="Takes you ther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019349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28620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Takes you there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15468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Buttons open Settings, Wi-Fi settings or the auto sign-in guide, and finished steps get a tick.</a:t>
            </a:r>
            <a:endParaRPr lang="en-US" sz="1200" dirty="0"/>
          </a:p>
        </p:txBody>
      </p:sp>
      <p:sp>
        <p:nvSpPr>
          <p:cNvPr id="15" name="Welcome page, your choice circle"/>
          <p:cNvSpPr/>
          <p:nvPr/>
        </p:nvSpPr>
        <p:spPr>
          <a:xfrm>
            <a:off x="457200" y="3767328"/>
            <a:ext cx="502920" cy="50292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16" name="Welcome page, your choic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3888029"/>
            <a:ext cx="261518" cy="26151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73075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Welcome page, your choice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143000" y="40233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Turn the clock page off in Settings to open straight to the Wi-Fi circle.</a:t>
            </a:r>
            <a:endParaRPr lang="en-US" sz="1200" dirty="0"/>
          </a:p>
        </p:txBody>
      </p:sp>
      <p:sp>
        <p:nvSpPr>
          <p:cNvPr id="19" name="How to Use on iPhone frame"/>
          <p:cNvSpPr/>
          <p:nvPr/>
        </p:nvSpPr>
        <p:spPr>
          <a:xfrm>
            <a:off x="4837176" y="1042416"/>
            <a:ext cx="1728969" cy="3630168"/>
          </a:xfrm>
          <a:prstGeom prst="roundRect">
            <a:avLst>
              <a:gd name="adj" fmla="val 11635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20" name="How to Use on iPhone" descr="How to Use on i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097280"/>
            <a:ext cx="1619241" cy="3520440"/>
          </a:xfrm>
          <a:prstGeom prst="rect">
            <a:avLst/>
          </a:prstGeom>
        </p:spPr>
      </p:pic>
      <p:sp>
        <p:nvSpPr>
          <p:cNvPr id="21" name="How to Use on Android frame"/>
          <p:cNvSpPr/>
          <p:nvPr/>
        </p:nvSpPr>
        <p:spPr>
          <a:xfrm>
            <a:off x="6848856" y="1042416"/>
            <a:ext cx="1693926" cy="3630168"/>
          </a:xfrm>
          <a:prstGeom prst="roundRect">
            <a:avLst>
              <a:gd name="adj" fmla="val 11876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22" name="How to Use on Android" descr="How to Use on Androi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1097280"/>
            <a:ext cx="1584198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Speaks five languages</a:t>
            </a:r>
            <a:endParaRPr lang="en-US" sz="2800" dirty="0"/>
          </a:p>
        </p:txBody>
      </p:sp>
      <p:sp>
        <p:nvSpPr>
          <p:cNvPr id="3" name="English frame"/>
          <p:cNvSpPr/>
          <p:nvPr/>
        </p:nvSpPr>
        <p:spPr>
          <a:xfrm>
            <a:off x="6309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English" descr="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387921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English</a:t>
            </a:r>
            <a:endParaRPr lang="en-US" sz="1200" dirty="0"/>
          </a:p>
        </p:txBody>
      </p:sp>
      <p:sp>
        <p:nvSpPr>
          <p:cNvPr id="6" name="Bahasa Melayu frame"/>
          <p:cNvSpPr/>
          <p:nvPr/>
        </p:nvSpPr>
        <p:spPr>
          <a:xfrm>
            <a:off x="22311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Bahasa Melayu" descr="Bahasa Melay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43000"/>
            <a:ext cx="1387921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Bahasa Melayu</a:t>
            </a:r>
            <a:endParaRPr lang="en-US" sz="1200" dirty="0"/>
          </a:p>
        </p:txBody>
      </p:sp>
      <p:sp>
        <p:nvSpPr>
          <p:cNvPr id="9" name="简体中文 frame"/>
          <p:cNvSpPr/>
          <p:nvPr/>
        </p:nvSpPr>
        <p:spPr>
          <a:xfrm>
            <a:off x="38313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0" name="简体中文" descr="简体中文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1387921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118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简体中文</a:t>
            </a:r>
            <a:endParaRPr lang="en-US" sz="1200" dirty="0"/>
          </a:p>
        </p:txBody>
      </p:sp>
      <p:sp>
        <p:nvSpPr>
          <p:cNvPr id="12" name="日本語 frame"/>
          <p:cNvSpPr/>
          <p:nvPr/>
        </p:nvSpPr>
        <p:spPr>
          <a:xfrm>
            <a:off x="54315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3" name="日本語" descr="日本語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143000"/>
            <a:ext cx="1387921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2120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日本語</a:t>
            </a:r>
            <a:endParaRPr lang="en-US" sz="1200" dirty="0"/>
          </a:p>
        </p:txBody>
      </p:sp>
      <p:sp>
        <p:nvSpPr>
          <p:cNvPr id="15" name="தமிழ் frame"/>
          <p:cNvSpPr/>
          <p:nvPr/>
        </p:nvSpPr>
        <p:spPr>
          <a:xfrm>
            <a:off x="70317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6" name="தமிழ்" descr="தமிழ்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1143000"/>
            <a:ext cx="1387921" cy="30175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8122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தமிழ்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457200" y="4617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Change it in Settings › Language, or let it follow the phone.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iPhone, Android and your Windows laptop</a:t>
            </a:r>
            <a:endParaRPr lang="en-US" sz="2800" dirty="0"/>
          </a:p>
        </p:txBody>
      </p:sp>
      <p:sp>
        <p:nvSpPr>
          <p:cNvPr id="3" name="iPhone card"/>
          <p:cNvSpPr/>
          <p:nvPr/>
        </p:nvSpPr>
        <p:spPr>
          <a:xfrm>
            <a:off x="457200" y="1188720"/>
            <a:ext cx="2615184" cy="3246120"/>
          </a:xfrm>
          <a:prstGeom prst="roundRect">
            <a:avLst>
              <a:gd name="adj" fmla="val 524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4" name="iPhone circle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</p:spPr>
      </p:sp>
      <p:pic>
        <p:nvPicPr>
          <p:cNvPr id="5" name="iPh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39" y="15709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iPhone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517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iOS 17 or later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Install with Sideloadly or Xcode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Widget, Control Center button, Face ID lock</a:t>
            </a:r>
            <a:endParaRPr lang="en-US" sz="1300" dirty="0"/>
          </a:p>
        </p:txBody>
      </p:sp>
      <p:sp>
        <p:nvSpPr>
          <p:cNvPr id="8" name="Android card"/>
          <p:cNvSpPr/>
          <p:nvPr/>
        </p:nvSpPr>
        <p:spPr>
          <a:xfrm>
            <a:off x="3264408" y="1188720"/>
            <a:ext cx="2615184" cy="3246120"/>
          </a:xfrm>
          <a:prstGeom prst="roundRect">
            <a:avLst>
              <a:gd name="adj" fmla="val 524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9" name="Android circle"/>
          <p:cNvSpPr/>
          <p:nvPr/>
        </p:nvSpPr>
        <p:spPr>
          <a:xfrm>
            <a:off x="3538728" y="1417320"/>
            <a:ext cx="640080" cy="64008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10" name="Androi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347" y="15709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38728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Android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26517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Android 9 or later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Install the APK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Signs in by itself, Quick Settings tile, widget</a:t>
            </a:r>
            <a:endParaRPr lang="en-US" sz="1300" dirty="0"/>
          </a:p>
        </p:txBody>
      </p:sp>
      <p:sp>
        <p:nvSpPr>
          <p:cNvPr id="13" name="Windows laptop card"/>
          <p:cNvSpPr/>
          <p:nvPr/>
        </p:nvSpPr>
        <p:spPr>
          <a:xfrm>
            <a:off x="6071616" y="1188720"/>
            <a:ext cx="2615184" cy="3246120"/>
          </a:xfrm>
          <a:prstGeom prst="roundRect">
            <a:avLst>
              <a:gd name="adj" fmla="val 524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4" name="Windows laptop circle"/>
          <p:cNvSpPr/>
          <p:nvPr/>
        </p:nvSpPr>
        <p:spPr>
          <a:xfrm>
            <a:off x="6345936" y="1417320"/>
            <a:ext cx="640080" cy="64008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5" name="Windows lapto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555" y="15709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45936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Windows laptop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45936" y="26517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Double-click Install.cmd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Signs in when you join Wi-Fi and every 15 minutes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Uninstall.cmd removes everything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Your password stays yours</a:t>
            </a:r>
            <a:endParaRPr lang="en-US" sz="2800" dirty="0"/>
          </a:p>
        </p:txBody>
      </p:sp>
      <p:sp>
        <p:nvSpPr>
          <p:cNvPr id="3" name="Shield card"/>
          <p:cNvSpPr/>
          <p:nvPr/>
        </p:nvSpPr>
        <p:spPr>
          <a:xfrm>
            <a:off x="457200" y="1188720"/>
            <a:ext cx="2926080" cy="3246120"/>
          </a:xfrm>
          <a:prstGeom prst="roundRect">
            <a:avLst>
              <a:gd name="adj" fmla="val 4688"/>
            </a:avLst>
          </a:prstGeom>
          <a:solidFill>
            <a:srgbClr val="0B1B33"/>
          </a:solidFill>
          <a:ln w="12700">
            <a:solidFill>
              <a:srgbClr val="0B1B33"/>
            </a:solidFill>
            <a:prstDash val="solid"/>
          </a:ln>
        </p:spPr>
      </p:sp>
      <p:pic>
        <p:nvPicPr>
          <p:cNvPr id="4" name="Shiel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46304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8346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No accounts. No servers. Nothing leaves your device except the sign-in itself.</a:t>
            </a:r>
            <a:endParaRPr lang="en-US" sz="1500" dirty="0"/>
          </a:p>
        </p:txBody>
      </p:sp>
      <p:sp>
        <p:nvSpPr>
          <p:cNvPr id="6" name="Stored encrypted circle"/>
          <p:cNvSpPr/>
          <p:nvPr/>
        </p:nvSpPr>
        <p:spPr>
          <a:xfrm>
            <a:off x="3703320" y="123444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7" name="Stored encrypt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021" y="135514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89120" y="1188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Stored encrypted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89120" y="14813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iPhone Keychain, Android Keystore, and Windows encryption tied to your account.</a:t>
            </a:r>
            <a:endParaRPr lang="en-US" sz="1200" dirty="0"/>
          </a:p>
        </p:txBody>
      </p:sp>
      <p:sp>
        <p:nvSpPr>
          <p:cNvPr id="10" name="Only sent to the school's login page circle"/>
          <p:cNvSpPr/>
          <p:nvPr/>
        </p:nvSpPr>
        <p:spPr>
          <a:xfrm>
            <a:off x="3703320" y="205740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1" name="Only sent to the school's login pag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021" y="2178101"/>
            <a:ext cx="261518" cy="26151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389120" y="2011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Only sent to the school's login page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389120" y="23042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Automatic sign-ins only go to a private campus address or the page you used before.</a:t>
            </a:r>
            <a:endParaRPr lang="en-US" sz="1200" dirty="0"/>
          </a:p>
        </p:txBody>
      </p:sp>
      <p:sp>
        <p:nvSpPr>
          <p:cNvPr id="14" name="App lock circle"/>
          <p:cNvSpPr/>
          <p:nvPr/>
        </p:nvSpPr>
        <p:spPr>
          <a:xfrm>
            <a:off x="3703320" y="288036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5" name="App lo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021" y="3001061"/>
            <a:ext cx="261518" cy="26151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389120" y="2834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 lock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389120" y="31272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Face ID, Touch ID or your phone's lock before Settings opens.</a:t>
            </a:r>
            <a:endParaRPr lang="en-US" sz="1200" dirty="0"/>
          </a:p>
        </p:txBody>
      </p:sp>
      <p:sp>
        <p:nvSpPr>
          <p:cNvPr id="18" name="Sharing leaves the password out circle"/>
          <p:cNvSpPr/>
          <p:nvPr/>
        </p:nvSpPr>
        <p:spPr>
          <a:xfrm>
            <a:off x="3703320" y="370332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9" name="Sharing leaves the password ou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4021" y="3824021"/>
            <a:ext cx="261518" cy="26151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389120" y="3657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Sharing leaves the password out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4389120" y="39502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Classmates get the setup, never your ID or password.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Tested the way students use it</a:t>
            </a:r>
            <a:endParaRPr lang="en-US" sz="2800" dirty="0"/>
          </a:p>
        </p:txBody>
      </p:sp>
      <p:sp>
        <p:nvSpPr>
          <p:cNvPr id="3" name="Stat 1"/>
          <p:cNvSpPr/>
          <p:nvPr/>
        </p:nvSpPr>
        <p:spPr>
          <a:xfrm>
            <a:off x="457200" y="1188720"/>
            <a:ext cx="4023360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login page styles, each at its own address, like different campus blocks</a:t>
            </a:r>
            <a:endParaRPr lang="en-US" sz="1300" dirty="0"/>
          </a:p>
        </p:txBody>
      </p:sp>
      <p:sp>
        <p:nvSpPr>
          <p:cNvPr id="6" name="Stat 2"/>
          <p:cNvSpPr/>
          <p:nvPr/>
        </p:nvSpPr>
        <p:spPr>
          <a:xfrm>
            <a:off x="4663440" y="1188720"/>
            <a:ext cx="4023360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25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0574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platforms tested on every change: iPhone, Android and Windows</a:t>
            </a:r>
            <a:endParaRPr lang="en-US" sz="1300" dirty="0"/>
          </a:p>
        </p:txBody>
      </p:sp>
      <p:sp>
        <p:nvSpPr>
          <p:cNvPr id="9" name="Stat 3"/>
          <p:cNvSpPr/>
          <p:nvPr/>
        </p:nvSpPr>
        <p:spPr>
          <a:xfrm>
            <a:off x="457200" y="3017520"/>
            <a:ext cx="2615184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546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8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862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steps passed on iPhone: install, type the ID, use the ? guide, tap, online, sign out</a:t>
            </a:r>
            <a:endParaRPr lang="en-US" sz="1300" dirty="0"/>
          </a:p>
        </p:txBody>
      </p:sp>
      <p:sp>
        <p:nvSpPr>
          <p:cNvPr id="12" name="Stat 4"/>
          <p:cNvSpPr/>
          <p:nvPr/>
        </p:nvSpPr>
        <p:spPr>
          <a:xfrm>
            <a:off x="3264408" y="3017520"/>
            <a:ext cx="2615184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93008" y="31546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38862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steps passed on Android, the same journey by tapping the screen</a:t>
            </a:r>
            <a:endParaRPr lang="en-US" sz="1300" dirty="0"/>
          </a:p>
        </p:txBody>
      </p:sp>
      <p:sp>
        <p:nvSpPr>
          <p:cNvPr id="15" name="Stat 5"/>
          <p:cNvSpPr/>
          <p:nvPr/>
        </p:nvSpPr>
        <p:spPr>
          <a:xfrm>
            <a:off x="6071616" y="3017520"/>
            <a:ext cx="2615184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1546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38862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steps passed on Windows: install, sign in, run by itself, uninstall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GET STARTED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Ready in one tap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1. Install the app (or Install.cmd on Windows)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2. Enter your student ID and password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3. Join utarwifi and tap the circle</a:t>
            </a:r>
            <a:endParaRPr lang="en-US" sz="180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github.com/Jy2005ov0/WifiConnect</a:t>
            </a:r>
            <a:endParaRPr lang="en-US" sz="1400" dirty="0"/>
          </a:p>
        </p:txBody>
      </p:sp>
      <p:sp>
        <p:nvSpPr>
          <p:cNvPr id="6" name="Android connected frame"/>
          <p:cNvSpPr/>
          <p:nvPr/>
        </p:nvSpPr>
        <p:spPr>
          <a:xfrm>
            <a:off x="6345936" y="493776"/>
            <a:ext cx="1920240" cy="4133088"/>
          </a:xfrm>
          <a:prstGeom prst="roundRect">
            <a:avLst>
              <a:gd name="adj" fmla="val 10476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Android connected" descr="Android connect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8640"/>
            <a:ext cx="1810512" cy="4023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iFi Connect">
  <a:themeElements>
    <a:clrScheme name="WiFi Connect">
      <a:dk1>
        <a:srgbClr val="1C1C1E"/>
      </a:dk1>
      <a:lt1>
        <a:srgbClr val="FFFFFF"/>
      </a:lt1>
      <a:dk2>
        <a:srgbClr val="0B1B33"/>
      </a:dk2>
      <a:lt2>
        <a:srgbClr val="F2F2F7"/>
      </a:lt2>
      <a:accent1>
        <a:srgbClr val="007AFF"/>
      </a:accent1>
      <a:accent2>
        <a:srgbClr val="34C759"/>
      </a:accent2>
      <a:accent3>
        <a:srgbClr val="FF9500"/>
      </a:accent3>
      <a:accent4>
        <a:srgbClr val="5856D6"/>
      </a:accent4>
      <a:accent5>
        <a:srgbClr val="FF3B30"/>
      </a:accent5>
      <a:accent6>
        <a:srgbClr val="8E8E93"/>
      </a:accent6>
      <a:hlink>
        <a:srgbClr val="007AFF"/>
      </a:hlink>
      <a:folHlink>
        <a:srgbClr val="5856D6"/>
      </a:folHlink>
    </a:clrScheme>
    <a:fontScheme name="WiFi Connec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WiFi Connect</dc:title>
  <dc:subject>PptxGenJS Presentation</dc:subject>
  <dc:creator>WiFi Connect</dc:creator>
  <cp:lastModifiedBy>WiFi Connect</cp:lastModifiedBy>
  <cp:revision>1</cp:revision>
  <dcterms:created xsi:type="dcterms:W3CDTF">2026-10-08T18:07:10Z</dcterms:created>
  <dcterms:modified xsi:type="dcterms:W3CDTF">2026-10-08T18:07:10Z</dcterms:modified>
</cp:coreProperties>
</file>